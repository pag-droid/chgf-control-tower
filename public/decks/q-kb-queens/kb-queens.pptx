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60" r:id="rId3"/>
    <p:sldId id="257" r:id="rId4"/>
    <p:sldId id="258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1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9365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FCDC2-2EA6-16EF-C17A-470A0C356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7F4D1B-EC7D-46D7-0331-02CE70687D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356EF2-BE16-8E11-F69B-AB5710E29E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B7785-AE81-2567-CF67-4D4AD628E3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346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488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KB QUEENS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3154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Knowledge-Base (KB) Generator for INVEST and Salesforce Support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502920" cy="3657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Kylee Durant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434840"/>
            <a:ext cx="502920" cy="3657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4434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Cody Benedict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Hackathon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D5DC1C-7542-45EA-3570-29160D294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1B142C-2F90-566D-C2D9-3DC0354A95D2}"/>
              </a:ext>
            </a:extLst>
          </p:cNvPr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</a:rPr>
              <a:t>Opportunity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E7CA713-BB0A-A0B4-D85D-C977E27A29AE}"/>
              </a:ext>
            </a:extLst>
          </p:cNvPr>
          <p:cNvSpPr/>
          <p:nvPr/>
        </p:nvSpPr>
        <p:spPr>
          <a:xfrm>
            <a:off x="548639" y="1967477"/>
            <a:ext cx="9739443" cy="2704197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05CD142-237E-0017-0715-B7E78375C03E}"/>
              </a:ext>
            </a:extLst>
          </p:cNvPr>
          <p:cNvSpPr/>
          <p:nvPr/>
        </p:nvSpPr>
        <p:spPr>
          <a:xfrm>
            <a:off x="708660" y="2149599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2F1C129-1E0E-018C-14CE-86ED41BE917C}"/>
              </a:ext>
            </a:extLst>
          </p:cNvPr>
          <p:cNvSpPr/>
          <p:nvPr/>
        </p:nvSpPr>
        <p:spPr>
          <a:xfrm>
            <a:off x="680708" y="2028148"/>
            <a:ext cx="9564039" cy="227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Support teams sit on a goldmine of failure data. Jira stories, linked bugs, QA defects, and metadata that already predicts most of what will go wrong for users. </a:t>
            </a:r>
          </a:p>
          <a:p>
            <a:pPr>
              <a:lnSpc>
                <a:spcPct val="115000"/>
              </a:lnSpc>
            </a:pPr>
            <a:endParaRPr lang="en-US" sz="1400" dirty="0"/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Today, turning that data into usable KB articles is slow, manual, and inconsistent. </a:t>
            </a:r>
          </a:p>
          <a:p>
            <a:pPr>
              <a:lnSpc>
                <a:spcPct val="115000"/>
              </a:lnSpc>
            </a:pPr>
            <a:endParaRPr lang="en-US" sz="1400" dirty="0"/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An AI-assisted KB generator can mine that evidence automatically and draft content in a consistent format in minutes instead of hours. SMEs can spend their time reviewing instead of writing from scratch. This will reduce time-to-resolution without sacrificing accuracy.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145440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1">
            <a:extLst>
              <a:ext uri="{FF2B5EF4-FFF2-40B4-BE49-F238E27FC236}">
                <a16:creationId xmlns:a16="http://schemas.microsoft.com/office/drawing/2014/main" id="{8AB2F658-78AE-51F7-C808-A6879A7A9DC8}"/>
              </a:ext>
            </a:extLst>
          </p:cNvPr>
          <p:cNvSpPr/>
          <p:nvPr/>
        </p:nvSpPr>
        <p:spPr>
          <a:xfrm>
            <a:off x="9042304" y="1968992"/>
            <a:ext cx="2692930" cy="2704197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F4ADD6B0-93D1-E125-09E9-03BF603ACCE0}"/>
              </a:ext>
            </a:extLst>
          </p:cNvPr>
          <p:cNvSpPr/>
          <p:nvPr/>
        </p:nvSpPr>
        <p:spPr>
          <a:xfrm>
            <a:off x="6188522" y="1967477"/>
            <a:ext cx="2692930" cy="2704197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8D2E7BFE-4AB2-E34A-BD61-780299BB8679}"/>
              </a:ext>
            </a:extLst>
          </p:cNvPr>
          <p:cNvSpPr/>
          <p:nvPr/>
        </p:nvSpPr>
        <p:spPr>
          <a:xfrm>
            <a:off x="3345578" y="1967477"/>
            <a:ext cx="2692930" cy="2704197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</a:rPr>
              <a:t>High ticket volume. Little repeat content. No time to dig.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967477"/>
            <a:ext cx="2692930" cy="2704197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08660" y="2149599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08660" y="2149599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08660" y="2820017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0709" y="3126080"/>
            <a:ext cx="2410592" cy="1173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KB articles by hand from Jira stories and QA defects takes hours per feature.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543300" y="2149599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43300" y="2149599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43300" y="2842224"/>
            <a:ext cx="10356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43300" y="3222507"/>
            <a:ext cx="2418970" cy="1147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poorly written or incomplete KB doesn’t just fail to help; it can actively mislead team members, cause churn, and waste time.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36230" y="2149599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36230" y="2149599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66568" y="2863891"/>
            <a:ext cx="10324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Uneven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89821" y="3083825"/>
            <a:ext cx="2310918" cy="115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quality depends entirely on who wrote it and how much time they had.</a:t>
            </a:r>
            <a:endParaRPr lang="en-US" sz="135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B9937EBA-78C0-7BB3-8248-1CA5066AFC5B}"/>
              </a:ext>
            </a:extLst>
          </p:cNvPr>
          <p:cNvSpPr/>
          <p:nvPr/>
        </p:nvSpPr>
        <p:spPr>
          <a:xfrm>
            <a:off x="9149164" y="2133513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8BF272D1-59CB-A43D-E91C-16C3247B154E}"/>
              </a:ext>
            </a:extLst>
          </p:cNvPr>
          <p:cNvSpPr/>
          <p:nvPr/>
        </p:nvSpPr>
        <p:spPr>
          <a:xfrm>
            <a:off x="9149164" y="212065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A49D414D-3563-F171-96D7-608CDEBEFB8A}"/>
              </a:ext>
            </a:extLst>
          </p:cNvPr>
          <p:cNvSpPr/>
          <p:nvPr/>
        </p:nvSpPr>
        <p:spPr>
          <a:xfrm>
            <a:off x="9150356" y="2839949"/>
            <a:ext cx="2078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Discoverability</a:t>
            </a:r>
            <a:endParaRPr lang="en-US" sz="2000" dirty="0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85DA501A-F76B-E074-CB71-9A466ABACCAA}"/>
              </a:ext>
            </a:extLst>
          </p:cNvPr>
          <p:cNvSpPr/>
          <p:nvPr/>
        </p:nvSpPr>
        <p:spPr>
          <a:xfrm>
            <a:off x="9150356" y="3185204"/>
            <a:ext cx="2310918" cy="83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challenging to locate the correct KB.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 it the evidence. It drafts the runbook.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645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343400" y="164592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stories, linked bugs/QA defects, Salesforce metadata extract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697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defects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43400" y="269748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already-occurred failures become high confidence articles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749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taxonomy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343400" y="37490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failure categories — draft an article or rule it out, never skip silently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8463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800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or don't write it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343400" y="480060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traces to a Jira key or metadata component. No invented UI.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only. Every output goes to SME review before it reaches an agent.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298</Words>
  <Application>Microsoft Office PowerPoint</Application>
  <PresentationFormat>Widescreen</PresentationFormat>
  <Paragraphs>44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Cody Benedict</cp:lastModifiedBy>
  <cp:revision>5</cp:revision>
  <dcterms:created xsi:type="dcterms:W3CDTF">2026-08-14T20:01:43Z</dcterms:created>
  <dcterms:modified xsi:type="dcterms:W3CDTF">2026-08-14T20:49:26Z</dcterms:modified>
</cp:coreProperties>
</file>