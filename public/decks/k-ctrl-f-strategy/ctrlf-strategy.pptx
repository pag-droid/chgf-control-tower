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143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name the problem in one line, then say the name is literal — this thing lets you Ctrl+F the answer instead of rebuilding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mission, in the team's own words — not our reframing of it. Everything after this slide is in service of these four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views are known in advance, so this doesn't need to be an interactive Q&amp;A tool — it can just render, on its own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real, queried live against the SIP graph, not a mockup — Develop Modernized Math Pathways, snapshot 2026-08-13. Every number states its sync date and filters, per the project's own response-format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INTELLIGENCE HACKATHON · 2026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1691640"/>
            <a:ext cx="3429000" cy="1097280"/>
          </a:xfrm>
          <a:prstGeom prst="roundRect">
            <a:avLst>
              <a:gd name="adj" fmla="val 5833"/>
            </a:avLst>
          </a:prstGeom>
          <a:solidFill>
            <a:srgbClr val="F2B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Ctrl+F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94360" y="411480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about the portfolio, already answered — just find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KATHLEEN  &amp;  JAMIE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Explorer — pitch deck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whole portfolio — not just your slice of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the team's own whiteboard — what everyone actually wants out of this.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58568"/>
            <a:ext cx="640080" cy="640080"/>
          </a:xfrm>
          <a:prstGeom prst="ellipse">
            <a:avLst/>
          </a:prstGeom>
          <a:solidFill>
            <a:srgbClr val="142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258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1488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into each other's 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60604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other strategies and teams are actually doing, without asking around.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640080" cy="640080"/>
          </a:xfrm>
          <a:prstGeom prst="ellipse">
            <a:avLst/>
          </a:prstGeom>
          <a:solidFill>
            <a:srgbClr val="142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4472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3375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existing work to what's next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79476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 up against the new strategy — not just the one it was funded under.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36008"/>
            <a:ext cx="640080" cy="640080"/>
          </a:xfrm>
          <a:prstGeom prst="ellipse">
            <a:avLst/>
          </a:prstGeom>
          <a:solidFill>
            <a:srgbClr val="142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636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452628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where it's disconnected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498348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work that doesn't connect to anything, on purpose or otherwise.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69480" y="4818888"/>
            <a:ext cx="4343400" cy="502920"/>
          </a:xfrm>
          <a:prstGeom prst="roundRect">
            <a:avLst>
              <a:gd name="adj" fmla="val 10909"/>
            </a:avLst>
          </a:prstGeom>
          <a:solidFill>
            <a:srgbClr val="F2B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69480" y="481888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one to see without help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824728"/>
            <a:ext cx="640080" cy="640080"/>
          </a:xfrm>
          <a:prstGeom prst="ellipse">
            <a:avLst/>
          </a:prstGeom>
          <a:solidFill>
            <a:srgbClr val="142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5824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57150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change over time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61722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budget, and ratings — not just a snapshot of where things stand today.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DO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real sources. One engine. Five views.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063240" cy="342900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B8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606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Intelligence Platform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(via Databricks)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research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639312" y="3360420"/>
            <a:ext cx="4480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0" y="1965960"/>
            <a:ext cx="3063240" cy="342900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43400" y="21945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B8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ASKS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43400" y="2697480"/>
            <a:ext cx="2606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strategy?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How's it doing?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else is in it?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05472" y="3360420"/>
            <a:ext cx="4480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680960" y="1965960"/>
            <a:ext cx="3063240" cy="342900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09560" y="21945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B8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09560" y="2697480"/>
            <a:ext cx="2606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rendered views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+ charts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static HTML file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56235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types a question in. The engine runs on a schedule and renders itself into one file — opens in a browser, attaches to an email. No login. No hosting.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 real question. Get a real answer.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29384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ASKS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85416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“Where does Math Pathways show up in A&amp;SI — and what are the outcomes and dollars?”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3520440" cy="2880360"/>
          </a:xfrm>
          <a:prstGeom prst="roundRect">
            <a:avLst>
              <a:gd name="adj" fmla="val 1905"/>
            </a:avLst>
          </a:prstGeom>
          <a:solidFill>
            <a:srgbClr val="FCE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3191256"/>
            <a:ext cx="3008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SITS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352044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BoW, one owner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4480560"/>
            <a:ext cx="30083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“Develop Modernized Math Pathways” sits under A&amp;SI → Pathways Delivery. A&amp;SI manages and funds it alone — no co-funding strategy.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971800"/>
            <a:ext cx="3520440" cy="2880360"/>
          </a:xfrm>
          <a:prstGeom prst="roundRect">
            <a:avLst>
              <a:gd name="adj" fmla="val 1905"/>
            </a:avLst>
          </a:prstGeom>
          <a:solidFill>
            <a:srgbClr val="FCE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99432" y="3191256"/>
            <a:ext cx="3008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9432" y="352044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Slightly Below Expectations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9432" y="4480560"/>
            <a:ext cx="30083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impact &amp; execution score. Goal: more states committed to modernized math pathways from high school through college, with better data and conditions to support 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971800"/>
            <a:ext cx="3520440" cy="2880360"/>
          </a:xfrm>
          <a:prstGeom prst="roundRect">
            <a:avLst>
              <a:gd name="adj" fmla="val 1905"/>
            </a:avLst>
          </a:prstGeom>
          <a:solidFill>
            <a:srgbClr val="FCE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94192" y="3191256"/>
            <a:ext cx="3008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94192" y="352044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$4.0M received, FY2025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94192" y="4480560"/>
            <a:ext cx="30083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$26.9M approved / $24.1M paid lifetime, across 17 investments (8 active, 9 closed).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snapshot 2026-08-13  ·  inbound budget (FundsToBoW) + lifetime investment totals, PRI excluded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520</Words>
  <Application>Microsoft Office PowerPoint</Application>
  <PresentationFormat>Widescreen</PresentationFormat>
  <Paragraphs>61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Kathleen Walsh</cp:lastModifiedBy>
  <cp:revision>2</cp:revision>
  <dcterms:created xsi:type="dcterms:W3CDTF">2026-08-14T21:20:38Z</dcterms:created>
  <dcterms:modified xsi:type="dcterms:W3CDTF">2026-08-14T21:25:29Z</dcterms:modified>
</cp:coreProperties>
</file>